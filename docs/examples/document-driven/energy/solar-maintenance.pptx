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6" r:id="rId7"/>
    <p:sldId id="259" r:id="rId10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7695C"/>
                </a:solidFill>
              </a:rPr>
              <a:t>設備点検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設備点検：担当者が設備を点検し、不具合の有無を記録する。図は点検手順を表さない。</a:t>
            </a:r>
          </a:p>
          <a:p>
            <a:r>
              <a:t>文書指定色：主色 #17695C、補助色 #DDEDE7、輪郭 #243C38。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7695C"/>
                </a:solidFill>
              </a:rPr>
              <a:t>復旧確認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復旧確認：作業終了後、担当者が復旧状態を確認して記録する。稼働再開を自動化したと示さない。</a:t>
            </a:r>
          </a:p>
          <a:p>
            <a:r>
              <a:t>文書指定色：主色 #17695C、補助色 #DDEDE7、輪郭 #243C38。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7695C"/>
                </a:solidFill>
              </a:rPr>
              <a:t>発電監視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発電監視：太陽光パネルの発電状況を監視する。数値や実績のグラフは作らない。</a:t>
            </a:r>
          </a:p>
          <a:p>
            <a:r>
              <a:t>文書指定色：主色 #17695C、補助色 #DDEDE7、輪郭 #243C38。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7695C"/>
                </a:solidFill>
              </a:rPr>
              <a:t>作業許可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作業許可：保守作業の前に隔離と作業許可を確認する。これは安全操作の手順書ではない。</a:t>
            </a:r>
          </a:p>
          <a:p>
            <a:r>
              <a:t>文書指定色：主色 #17695C、補助色 #DDEDE7、輪郭 #243C38。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